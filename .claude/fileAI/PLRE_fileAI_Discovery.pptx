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fileai_deck/icon_shiel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8705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PLRE  ×  fileAI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Claims Decisions You Can 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 — Discovery &amp; Vision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 isn't a product demo — it's to understand your world and figure out, together, if there's a fit worth exploring further.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Claims  ·  Head of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 isn't “can AI read the file”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“can we trust — and defend — what it decided.”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92240" cy="4160520"/>
          </a:xfrm>
          <a:prstGeom prst="rect">
            <a:avLst/>
          </a:prstGeom>
          <a:solidFill>
            <a:srgbClr val="FAFCF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property, and health claims run on unstructured documents — photos, adjuster reports, medical notes — and human judgment calls made against them.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enters that process, the question every stakeholder in the chain asks isn't accuracy — it's whether a decision can be explained and defended: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43068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41239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team: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call before it's actioned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80974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46268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regulators: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rationale, on demand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53126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51297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Policyholders: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reason for the outcome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965960"/>
            <a:ext cx="4069080" cy="4160520"/>
          </a:xfrm>
          <a:prstGeom prst="roundRect">
            <a:avLst>
              <a:gd name="adj" fmla="val 2697"/>
            </a:avLst>
          </a:prstGeom>
          <a:solidFill>
            <a:srgbClr val="013A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23317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0" descr="/home/claude/fileai_deck/icon_mess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2414016"/>
            <a:ext cx="521208" cy="521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818120" y="32004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trust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first —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features one.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818120" y="4526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PLRE is evaluating multiple vendors. They haven't committed — the open question is confidence, not capability.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fileForge 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AI pitch — the traceability layer underneath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5" name="Image 0" descr="/home/claude/fileai_deck/icon_filetex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1232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208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validated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3500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unstructured claims documents — photos, reports, forms, medical notes — into structured, validated data.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9" name="Image 1" descr="/home/claude/fileai_deck/icon_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7" y="34948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3924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traceability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7216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and judgment is auditable back to its source — built for the explain-it-to-a-regulator moment.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3" name="Image 2" descr="/home/claude/fileai_deck/icon_us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486643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7640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AI agents in operations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50932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AI agents can act inside enterprise workflows, not just summarize documents on the side.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52360" y="2057400"/>
            <a:ext cx="4069080" cy="4069080"/>
          </a:xfrm>
          <a:prstGeom prst="roundRect">
            <a:avLst>
              <a:gd name="adj" fmla="val 2697"/>
            </a:avLst>
          </a:prstGeom>
          <a:solidFill>
            <a:srgbClr val="E6F2F1"/>
          </a:solidFill>
          <a:ln/>
        </p:spPr>
      </p:sp>
      <p:sp>
        <p:nvSpPr>
          <p:cNvPr id="17" name="Text 12"/>
          <p:cNvSpPr/>
          <p:nvPr/>
        </p:nvSpPr>
        <p:spPr>
          <a:xfrm>
            <a:off x="7452360" y="246888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1B+</a:t>
            </a:r>
            <a:endParaRPr lang="en-US" sz="6400" dirty="0"/>
          </a:p>
        </p:txBody>
      </p:sp>
      <p:sp>
        <p:nvSpPr>
          <p:cNvPr id="18" name="Text 13"/>
          <p:cNvSpPr/>
          <p:nvPr/>
        </p:nvSpPr>
        <p:spPr>
          <a:xfrm>
            <a:off x="7452360" y="3566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processed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366760" y="4160520"/>
            <a:ext cx="2240280" cy="0"/>
          </a:xfrm>
          <a:prstGeom prst="line">
            <a:avLst/>
          </a:prstGeom>
          <a:noFill/>
          <a:ln w="12700">
            <a:solidFill>
              <a:srgbClr val="BFDED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18120" y="43891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insurance, finance, and healthcare — regulated, document-heavy environments like claims.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818120" y="54864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yet know PLRE's process in detail — that's what today is for.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discovery — over to the room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this meeting belongs to your answers, not our slides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AFCF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6" name="Image 0" descr="/home/claude/fileai_deck/icon_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3573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Claims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840" y="32095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0632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us through a claim end-to-end — where does judgment get hardest to defend today?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05840" y="462686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44805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“we trust this system” actually look like to your team?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AFCF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286000"/>
            <a:ext cx="594360" cy="5943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4" name="Image 1" descr="/home/claude/fileai_deck/icon_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35732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IT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629400" y="32095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30632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current document and data landscape look like — systems, formats, integration constraints?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629400" y="462686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44805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responsible deployment need to satisfy internally?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path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for a decision today — let's agree what makes sense for your timeline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4A5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774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fileai_deck/icon_mess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deep-dive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IT-led session on data landscape, integration points, and security/compliance requirements.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574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4A52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3774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fileai_deck/icon_filetex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03" y="244876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1546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pilot on one claims line — bounded scope, clear success criteria.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574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4A52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23774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fileai_deck/icon_checkcircl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3" y="24487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1546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timeline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milestones and decision points across your vendor evaluation.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makes sense given your timeline — and who else needs to be in the room?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2026-07-21T03:25:26Z</dcterms:created>
  <dcterms:modified xsi:type="dcterms:W3CDTF">2026-07-21T03:25:26Z</dcterms:modified>
</cp:coreProperties>
</file>